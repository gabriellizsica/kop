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44F9-DDA4-6294-E053-9AF690BF6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400" dirty="0"/>
              <a:t>Kártyavárak – tower defense játék fejlesztése</a:t>
            </a:r>
            <a:endParaRPr lang="sk-SK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31268-CFBD-9F78-DBF6-F2767D110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SzPts val="1800"/>
            </a:pPr>
            <a:r>
              <a:rPr lang="hu-HU" dirty="0"/>
              <a:t>Készítő: Lizsica Gabriel</a:t>
            </a:r>
          </a:p>
          <a:p>
            <a:pPr lvl="0">
              <a:spcBef>
                <a:spcPts val="960"/>
              </a:spcBef>
              <a:buSzPts val="1800"/>
            </a:pPr>
            <a:r>
              <a:rPr lang="hu-HU" dirty="0"/>
              <a:t>Konzulens: Mgr. Miklós Vontszemű</a:t>
            </a:r>
          </a:p>
          <a:p>
            <a:pPr lvl="0">
              <a:spcBef>
                <a:spcPts val="960"/>
              </a:spcBef>
              <a:buSzPts val="1800"/>
            </a:pPr>
            <a:r>
              <a:rPr lang="en-US" dirty="0"/>
              <a:t>2026.2.23</a:t>
            </a:r>
            <a:endParaRPr lang="hu-HU" dirty="0"/>
          </a:p>
          <a:p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9FDF0-12F7-46B3-09A4-9BBE6A97C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1" y="5239756"/>
            <a:ext cx="951058" cy="1176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8639F-6256-A8DA-3E3A-A3B3BA4BC190}"/>
              </a:ext>
            </a:extLst>
          </p:cNvPr>
          <p:cNvSpPr txBox="1"/>
          <p:nvPr/>
        </p:nvSpPr>
        <p:spPr>
          <a:xfrm>
            <a:off x="1694729" y="5345750"/>
            <a:ext cx="674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entury Gothic"/>
                <a:ea typeface="Century Gothic"/>
                <a:cs typeface="Century Gothic"/>
                <a:sym typeface="Century Gothic"/>
              </a:rPr>
              <a:t>Stredná priemyselná škola elektrotechnická S. A. Jedlika - Jedlik Ányos Elektrotechnikai Szakközépiskola, Komárňanská 28, Nové Zámky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8803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F4EA-2E51-2263-D72E-48E95078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Tartalom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1CF3-B08F-6CA8-6BD9-19116B6E5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00000"/>
              </a:lnSpc>
              <a:spcBef>
                <a:spcPts val="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célja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részfeladatai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fejlesztési felület: Unity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játékmenet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játéktér generálása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Tesztelés</a:t>
            </a:r>
          </a:p>
        </p:txBody>
      </p:sp>
    </p:spTree>
    <p:extLst>
      <p:ext uri="{BB962C8B-B14F-4D97-AF65-F5344CB8AC3E}">
        <p14:creationId xmlns:p14="http://schemas.microsoft.com/office/powerpoint/2010/main" val="331835642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4E1C-DD6D-ED5A-46D3-D7901E9E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célja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6B4B-5867-D4E0-96D0-79B8693D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Egy videojáték alapoktól való megtervezése és elkészítése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Két egymástól alapvetően eltérő játékmenet ötvözése es vizsgálata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Véletlenszerű játéktér kialakítására algoritmus létrehozása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Kiegyensúlyozott játékmenet megtervezése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Felhasználóbarát kezelőfelület létrehozása</a:t>
            </a:r>
          </a:p>
        </p:txBody>
      </p:sp>
    </p:spTree>
    <p:extLst>
      <p:ext uri="{BB962C8B-B14F-4D97-AF65-F5344CB8AC3E}">
        <p14:creationId xmlns:p14="http://schemas.microsoft.com/office/powerpoint/2010/main" val="3803081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E4AA-1D7F-FD0D-AB0B-97CADFEE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munka részfeladatai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0C0F-ADE9-61BC-026F-331DD9163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Megfelelő fejlesztési felület kiválasztása és beállítása</a:t>
            </a:r>
          </a:p>
          <a:p>
            <a:r>
              <a:rPr lang="hu-HU" dirty="0"/>
              <a:t>Játékmenet meghatározása és kidolgozása</a:t>
            </a:r>
          </a:p>
          <a:p>
            <a:r>
              <a:rPr lang="hu-HU" dirty="0"/>
              <a:t>Kezelőfelület elkészítése</a:t>
            </a:r>
          </a:p>
          <a:p>
            <a:r>
              <a:rPr lang="hu-HU" dirty="0"/>
              <a:t>A játékterület automatikus generálása 2D grid rendszer segítségével</a:t>
            </a:r>
          </a:p>
          <a:p>
            <a:r>
              <a:rPr lang="hu-HU" dirty="0"/>
              <a:t>Játékállapotok és játékkártyák kezelése</a:t>
            </a:r>
          </a:p>
          <a:p>
            <a:r>
              <a:rPr lang="hu-HU" dirty="0"/>
              <a:t>Mentési rendszer kialakítása</a:t>
            </a:r>
          </a:p>
          <a:p>
            <a:r>
              <a:rPr lang="hu-HU" dirty="0"/>
              <a:t>Tesztelés és hibák javítása</a:t>
            </a:r>
          </a:p>
        </p:txBody>
      </p:sp>
    </p:spTree>
    <p:extLst>
      <p:ext uri="{BB962C8B-B14F-4D97-AF65-F5344CB8AC3E}">
        <p14:creationId xmlns:p14="http://schemas.microsoft.com/office/powerpoint/2010/main" val="16364852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CDEF-FD49-3B54-9367-57DAA2F4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fejlesztési felület: Unity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56453-D954-C61D-3126-18148AC31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Korábbi tapasztalatok</a:t>
            </a:r>
          </a:p>
          <a:p>
            <a:r>
              <a:rPr lang="hu-HU" dirty="0"/>
              <a:t>Terjedelmes és részletes dokumentáció</a:t>
            </a:r>
          </a:p>
          <a:p>
            <a:r>
              <a:rPr lang="hu-HU" dirty="0"/>
              <a:t>Viszonylag könnyű használni</a:t>
            </a:r>
          </a:p>
          <a:p>
            <a:r>
              <a:rPr lang="hu-HU" dirty="0"/>
              <a:t>Visual Stidio Code</a:t>
            </a:r>
            <a:endParaRPr lang="sk-S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93DCA-5B53-97A7-E977-F3035495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908" y="1975823"/>
            <a:ext cx="3734892" cy="2100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36422-6023-425F-6620-44B9DAE2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812" y="4133850"/>
            <a:ext cx="1676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0671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0759-2B47-A323-B0C2-5F367D20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játékmenet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83EA-E642-FD6D-0080-5DBB9C66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Tower defense és kártyajáték keveréke</a:t>
            </a:r>
          </a:p>
          <a:p>
            <a:r>
              <a:rPr lang="hu-HU" dirty="0"/>
              <a:t>Fontos az újrajátszhatóság</a:t>
            </a:r>
          </a:p>
          <a:p>
            <a:r>
              <a:rPr lang="hu-HU" dirty="0"/>
              <a:t>Véletlenszerű játéktér generálás</a:t>
            </a:r>
          </a:p>
          <a:p>
            <a:r>
              <a:rPr lang="hu-HU" dirty="0"/>
              <a:t>A játékos választási szabadsága</a:t>
            </a:r>
          </a:p>
        </p:txBody>
      </p:sp>
    </p:spTree>
    <p:extLst>
      <p:ext uri="{BB962C8B-B14F-4D97-AF65-F5344CB8AC3E}">
        <p14:creationId xmlns:p14="http://schemas.microsoft.com/office/powerpoint/2010/main" val="22864976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34B8-354D-A9F7-1063-B760DA5A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játéktér generálása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CF98-1092-0C18-A897-510EA31D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Unity 2D grid rendszerben</a:t>
            </a:r>
          </a:p>
          <a:p>
            <a:r>
              <a:rPr lang="en-GB" dirty="0"/>
              <a:t>Unity Tile </a:t>
            </a:r>
            <a:r>
              <a:rPr lang="hu-HU" dirty="0"/>
              <a:t>é</a:t>
            </a:r>
            <a:r>
              <a:rPr lang="en-GB" dirty="0"/>
              <a:t>s Rule Tile </a:t>
            </a:r>
            <a:r>
              <a:rPr lang="en-GB" dirty="0" err="1"/>
              <a:t>használ</a:t>
            </a:r>
            <a:r>
              <a:rPr lang="hu-HU" dirty="0"/>
              <a:t>a</a:t>
            </a:r>
            <a:r>
              <a:rPr lang="en-GB" dirty="0" err="1"/>
              <a:t>tával</a:t>
            </a:r>
            <a:endParaRPr lang="en-GB" dirty="0"/>
          </a:p>
          <a:p>
            <a:r>
              <a:rPr lang="hu-HU" dirty="0"/>
              <a:t>Sáját algoritmus az út véletlenszerű létrehozására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660A0-51D0-DDBF-1EF3-61991A2FB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297" y="990600"/>
            <a:ext cx="3480619" cy="463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378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A174-9FB8-F874-77A7-F592CA4D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Az algoritmus első proto</a:t>
            </a:r>
            <a:r>
              <a:rPr lang="en-US" dirty="0"/>
              <a:t>t</a:t>
            </a:r>
            <a:r>
              <a:rPr lang="hu-HU" dirty="0"/>
              <a:t>ipusa: </a:t>
            </a:r>
            <a:br>
              <a:rPr lang="hu-HU" dirty="0"/>
            </a:br>
            <a:r>
              <a:rPr lang="hu-HU" dirty="0"/>
              <a:t>„Waypoint” rendszer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AE8D-FFBC-FEC7-D438-9C64B2BCB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Kezdő- és végpont meghatározása szabályok alapján</a:t>
            </a:r>
          </a:p>
          <a:p>
            <a:r>
              <a:rPr lang="hu-HU" dirty="0"/>
              <a:t>A terület felosztása adott méretű szektorokra</a:t>
            </a:r>
          </a:p>
          <a:p>
            <a:r>
              <a:rPr lang="nn-NO" dirty="0"/>
              <a:t>Adott mennyisegű „waypoint” felvétele egy szektorban</a:t>
            </a:r>
          </a:p>
          <a:p>
            <a:r>
              <a:rPr lang="pt-BR" dirty="0"/>
              <a:t>A pontok összekötése – nem természetes kinézet</a:t>
            </a:r>
          </a:p>
        </p:txBody>
      </p:sp>
    </p:spTree>
    <p:extLst>
      <p:ext uri="{BB962C8B-B14F-4D97-AF65-F5344CB8AC3E}">
        <p14:creationId xmlns:p14="http://schemas.microsoft.com/office/powerpoint/2010/main" val="196171322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CE35-416E-C895-3298-FB311EA3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végső algoritmus:</a:t>
            </a:r>
            <a:br>
              <a:rPr lang="hu-HU" dirty="0"/>
            </a:br>
            <a:r>
              <a:rPr lang="hu-HU" dirty="0"/>
              <a:t>„Kígyózó algoritmus”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D329-E1A6-C145-B26D-6AC40944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Teljesen új megkozelítés kell</a:t>
            </a:r>
          </a:p>
          <a:p>
            <a:r>
              <a:rPr lang="hu-HU" dirty="0"/>
              <a:t>Az algoritmus elindul a kiindulópontból és bizonyos szabályok alapján lépésenként meghatároz egy utat a végpontba</a:t>
            </a:r>
          </a:p>
          <a:p>
            <a:r>
              <a:rPr lang="hu-HU" dirty="0"/>
              <a:t>Legnagyobb probléma: zsákutca</a:t>
            </a:r>
          </a:p>
          <a:p>
            <a:r>
              <a:rPr lang="hu-HU" dirty="0"/>
              <a:t>Szabályok újratervezése</a:t>
            </a:r>
          </a:p>
          <a:p>
            <a:r>
              <a:rPr lang="hu-HU" dirty="0"/>
              <a:t>Az algoritmus előre ellenőrzi, hogy a következő lépés után tud-e tovább haladni</a:t>
            </a:r>
          </a:p>
        </p:txBody>
      </p:sp>
    </p:spTree>
    <p:extLst>
      <p:ext uri="{BB962C8B-B14F-4D97-AF65-F5344CB8AC3E}">
        <p14:creationId xmlns:p14="http://schemas.microsoft.com/office/powerpoint/2010/main" val="219176622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6860-D073-B37D-34FF-13F69FEF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User Interface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58748-D180-9122-2809-EF39A9493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Minimalizmus</a:t>
            </a:r>
            <a:endParaRPr lang="en-US" dirty="0"/>
          </a:p>
          <a:p>
            <a:r>
              <a:rPr lang="hu-HU" dirty="0"/>
              <a:t>UI toolkit vs Unity UI – több lehetőség a fejlesztésre</a:t>
            </a:r>
          </a:p>
          <a:p>
            <a:r>
              <a:rPr lang="hu-HU" dirty="0"/>
              <a:t>UXML és USS fájlok</a:t>
            </a:r>
          </a:p>
          <a:p>
            <a:r>
              <a:rPr lang="hu-HU" dirty="0"/>
              <a:t>Funkcionalitás C#-ban</a:t>
            </a:r>
          </a:p>
        </p:txBody>
      </p:sp>
    </p:spTree>
    <p:extLst>
      <p:ext uri="{BB962C8B-B14F-4D97-AF65-F5344CB8AC3E}">
        <p14:creationId xmlns:p14="http://schemas.microsoft.com/office/powerpoint/2010/main" val="230703262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543C-1F2A-0B99-1382-059DB9A8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Mentési rendszer és fájlkezelés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1E6C6-9AB7-7FE8-F534-88D1A6F1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JSON fájlok az adatok tartós tárolására</a:t>
            </a:r>
          </a:p>
          <a:p>
            <a:r>
              <a:rPr lang="hu-HU" dirty="0"/>
              <a:t>Külön fájl az összes mentési profilnak + „skeleton profil”</a:t>
            </a:r>
          </a:p>
          <a:p>
            <a:r>
              <a:rPr lang="hu-HU" dirty="0"/>
              <a:t>Programozható objektumok (Scriptable Object) az adatok futási idő alatti tárolására</a:t>
            </a:r>
          </a:p>
          <a:p>
            <a:pPr lvl="1"/>
            <a:r>
              <a:rPr lang="hu-HU" dirty="0"/>
              <a:t>Aktuálisan beolvasott profil</a:t>
            </a:r>
          </a:p>
          <a:p>
            <a:pPr lvl="1"/>
            <a:r>
              <a:rPr lang="sk-SK" dirty="0"/>
              <a:t>Kárták adatai a memoriatakarékosság és egyszerűség céljából</a:t>
            </a:r>
          </a:p>
        </p:txBody>
      </p:sp>
    </p:spTree>
    <p:extLst>
      <p:ext uri="{BB962C8B-B14F-4D97-AF65-F5344CB8AC3E}">
        <p14:creationId xmlns:p14="http://schemas.microsoft.com/office/powerpoint/2010/main" val="281676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57F1-6749-4DB8-A9CF-003A9B40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Tesztelés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2B0F-42CC-65A6-FDDA-3E954EE5D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Vizuáliz hibák az út generálásakor</a:t>
            </a:r>
          </a:p>
          <a:p>
            <a:r>
              <a:rPr lang="hu-HU" dirty="0"/>
              <a:t>Csak buildelés után jelentkező hibák:</a:t>
            </a:r>
          </a:p>
          <a:p>
            <a:pPr lvl="1"/>
            <a:r>
              <a:rPr lang="hu-HU" dirty="0"/>
              <a:t>Build mappa</a:t>
            </a:r>
          </a:p>
          <a:p>
            <a:pPr lvl="1"/>
            <a:r>
              <a:rPr lang="hu-HU" dirty="0"/>
              <a:t>Scriptable Object inicializáció</a:t>
            </a:r>
          </a:p>
        </p:txBody>
      </p:sp>
    </p:spTree>
    <p:extLst>
      <p:ext uri="{BB962C8B-B14F-4D97-AF65-F5344CB8AC3E}">
        <p14:creationId xmlns:p14="http://schemas.microsoft.com/office/powerpoint/2010/main" val="30331632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90F4-EFEE-78CE-6D5E-E1A7F49D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Felhasznált irodalom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9DA1-35E6-DD26-B5D1-42A05B2C1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sk-SK" dirty="0"/>
              <a:t>[1] J. Gregory, Game Engine Architecture, CRC Press, 2018 </a:t>
            </a:r>
          </a:p>
          <a:p>
            <a:pPr marL="0" indent="0">
              <a:buNone/>
            </a:pPr>
            <a:r>
              <a:rPr lang="sk-SK" dirty="0"/>
              <a:t>[2] J. Hocking, Unity in Action, Third Edition, Manning Publications, 2022 </a:t>
            </a:r>
          </a:p>
          <a:p>
            <a:pPr marL="0" indent="0">
              <a:buNone/>
            </a:pPr>
            <a:r>
              <a:rPr lang="sk-SK" dirty="0"/>
              <a:t>[3] „Unity Documentation,” Unity Technologies, 20.2.2026. [Online]. Elérhető: 	https://docs.unity3d.com/Manual/index.html </a:t>
            </a:r>
          </a:p>
          <a:p>
            <a:pPr marL="0" indent="0">
              <a:buNone/>
            </a:pPr>
            <a:r>
              <a:rPr lang="sk-SK" dirty="0"/>
              <a:t>[4] OPENAI, ChatGPT [online], San Francisco: OpenAI, 2026. </a:t>
            </a:r>
          </a:p>
          <a:p>
            <a:pPr marL="0" indent="0">
              <a:buNone/>
            </a:pPr>
            <a:r>
              <a:rPr lang="sk-SK" dirty="0"/>
              <a:t>[5] „Hivatalos C# dokumentáció,” Microsoft, [Online]. Elérhető: 	https://learn.microsoft.com/en-us/dotnet/csharp/ </a:t>
            </a:r>
          </a:p>
          <a:p>
            <a:pPr marL="0" indent="0">
              <a:buNone/>
            </a:pPr>
            <a:r>
              <a:rPr lang="sk-SK" dirty="0"/>
              <a:t>[6] „Hivatalos .NET dokumentáció,” Microsoft, [Online]. Elérhető: 	https://learn.microsoft.com/en-us/dotnet/ </a:t>
            </a:r>
          </a:p>
          <a:p>
            <a:pPr marL="0" indent="0">
              <a:buNone/>
            </a:pPr>
            <a:r>
              <a:rPr lang="sk-SK" dirty="0"/>
              <a:t>[7] „Json.NET dokumentáció,” [Online]. Elérhető: 	https://www.newtonsoft.com/json/help/html/Introduction.htm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675465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6468-7D8F-8029-7BAB-EC378414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KÖSZÖNÖM A FIGYELMET!</a:t>
            </a:r>
            <a:endParaRPr lang="sk-S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32956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{38A96C87-D301-4339-BF7E-0030CA6291E2}TFc3084226-2d0c-440f-9f46-6b48c7a7f6706390baeb-b20b3ad22c4f</Template>
  <TotalTime>602</TotalTime>
  <Words>519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Franklin Gothic Book</vt:lpstr>
      <vt:lpstr>Crop</vt:lpstr>
      <vt:lpstr>Kártyavárak – tower defense játék fejlesztése</vt:lpstr>
      <vt:lpstr>Tartalom</vt:lpstr>
      <vt:lpstr>A munka célja</vt:lpstr>
      <vt:lpstr>A munka részfeladatai</vt:lpstr>
      <vt:lpstr>A fejlesztési felület: Unity</vt:lpstr>
      <vt:lpstr>A játékmenet</vt:lpstr>
      <vt:lpstr>A játéktér generálása</vt:lpstr>
      <vt:lpstr>Az algoritmus első prototipusa:  „Waypoint” rendszer</vt:lpstr>
      <vt:lpstr>A végső algoritmus: „Kígyózó algoritmus”</vt:lpstr>
      <vt:lpstr>User Interface</vt:lpstr>
      <vt:lpstr>Mentési rendszer és fájlkezelés</vt:lpstr>
      <vt:lpstr>Tesztelés</vt:lpstr>
      <vt:lpstr>Felhasznált irodalom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l</dc:creator>
  <cp:lastModifiedBy>Lizsica</cp:lastModifiedBy>
  <cp:revision>26</cp:revision>
  <dcterms:created xsi:type="dcterms:W3CDTF">2026-02-22T13:00:48Z</dcterms:created>
  <dcterms:modified xsi:type="dcterms:W3CDTF">2026-04-08T17:12:43Z</dcterms:modified>
</cp:coreProperties>
</file>